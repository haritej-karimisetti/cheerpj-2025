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uperDario" charset="1" panose="00000000000000000000"/>
      <p:regular r:id="rId16"/>
    </p:embeddedFont>
    <p:embeddedFont>
      <p:font typeface="Arcade Gamer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05069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35616" y="547231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63554" y="1028700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6679" y="6155631"/>
            <a:ext cx="926071" cy="2315177"/>
          </a:xfrm>
          <a:custGeom>
            <a:avLst/>
            <a:gdLst/>
            <a:ahLst/>
            <a:cxnLst/>
            <a:rect r="r" b="b" t="t" l="l"/>
            <a:pathLst>
              <a:path h="2315177" w="926071">
                <a:moveTo>
                  <a:pt x="0" y="0"/>
                </a:moveTo>
                <a:lnTo>
                  <a:pt x="926071" y="0"/>
                </a:lnTo>
                <a:lnTo>
                  <a:pt x="926071" y="2315177"/>
                </a:lnTo>
                <a:lnTo>
                  <a:pt x="0" y="2315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12051" y="5787960"/>
            <a:ext cx="5663898" cy="1225462"/>
          </a:xfrm>
          <a:custGeom>
            <a:avLst/>
            <a:gdLst/>
            <a:ahLst/>
            <a:cxnLst/>
            <a:rect r="r" b="b" t="t" l="l"/>
            <a:pathLst>
              <a:path h="1225462" w="5663898">
                <a:moveTo>
                  <a:pt x="0" y="0"/>
                </a:moveTo>
                <a:lnTo>
                  <a:pt x="5663898" y="0"/>
                </a:lnTo>
                <a:lnTo>
                  <a:pt x="5663898" y="1225461"/>
                </a:lnTo>
                <a:lnTo>
                  <a:pt x="0" y="12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70282" y="2073306"/>
            <a:ext cx="13947436" cy="388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7"/>
              </a:lnSpc>
            </a:pPr>
            <a:r>
              <a:rPr lang="en-US" sz="27599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WASD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61916" y="1239740"/>
            <a:ext cx="4764168" cy="788253"/>
          </a:xfrm>
          <a:custGeom>
            <a:avLst/>
            <a:gdLst/>
            <a:ahLst/>
            <a:cxnLst/>
            <a:rect r="r" b="b" t="t" l="l"/>
            <a:pathLst>
              <a:path h="788253" w="4764168">
                <a:moveTo>
                  <a:pt x="0" y="0"/>
                </a:moveTo>
                <a:lnTo>
                  <a:pt x="4764168" y="0"/>
                </a:lnTo>
                <a:lnTo>
                  <a:pt x="4764168" y="788253"/>
                </a:lnTo>
                <a:lnTo>
                  <a:pt x="0" y="7882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618015" y="6018439"/>
            <a:ext cx="3051970" cy="7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</a:pPr>
            <a:r>
              <a:rPr lang="en-US" sz="4512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START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84873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8"/>
                </a:lnTo>
                <a:lnTo>
                  <a:pt x="0" y="1826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5531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5085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90618" y="790886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155631"/>
            <a:ext cx="926071" cy="2315177"/>
          </a:xfrm>
          <a:custGeom>
            <a:avLst/>
            <a:gdLst/>
            <a:ahLst/>
            <a:cxnLst/>
            <a:rect r="r" b="b" t="t" l="l"/>
            <a:pathLst>
              <a:path h="2315177" w="926071">
                <a:moveTo>
                  <a:pt x="0" y="0"/>
                </a:moveTo>
                <a:lnTo>
                  <a:pt x="926071" y="0"/>
                </a:lnTo>
                <a:lnTo>
                  <a:pt x="926071" y="2315177"/>
                </a:lnTo>
                <a:lnTo>
                  <a:pt x="0" y="2315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5569929" y="6155631"/>
            <a:ext cx="926071" cy="2315177"/>
          </a:xfrm>
          <a:custGeom>
            <a:avLst/>
            <a:gdLst/>
            <a:ahLst/>
            <a:cxnLst/>
            <a:rect r="r" b="b" t="t" l="l"/>
            <a:pathLst>
              <a:path h="2315177" w="926071">
                <a:moveTo>
                  <a:pt x="926071" y="0"/>
                </a:moveTo>
                <a:lnTo>
                  <a:pt x="0" y="0"/>
                </a:lnTo>
                <a:lnTo>
                  <a:pt x="0" y="2315177"/>
                </a:lnTo>
                <a:lnTo>
                  <a:pt x="926071" y="2315177"/>
                </a:lnTo>
                <a:lnTo>
                  <a:pt x="9260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901385" y="3646304"/>
            <a:ext cx="8485229" cy="3474728"/>
            <a:chOff x="0" y="0"/>
            <a:chExt cx="2371361" cy="971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1360" cy="971079"/>
            </a:xfrm>
            <a:custGeom>
              <a:avLst/>
              <a:gdLst/>
              <a:ahLst/>
              <a:cxnLst/>
              <a:rect r="r" b="b" t="t" l="l"/>
              <a:pathLst>
                <a:path h="971079" w="2371360">
                  <a:moveTo>
                    <a:pt x="46532" y="0"/>
                  </a:moveTo>
                  <a:lnTo>
                    <a:pt x="2324828" y="0"/>
                  </a:lnTo>
                  <a:cubicBezTo>
                    <a:pt x="2337169" y="0"/>
                    <a:pt x="2349005" y="4903"/>
                    <a:pt x="2357731" y="13629"/>
                  </a:cubicBezTo>
                  <a:cubicBezTo>
                    <a:pt x="2366458" y="22356"/>
                    <a:pt x="2371360" y="34191"/>
                    <a:pt x="2371360" y="46532"/>
                  </a:cubicBezTo>
                  <a:lnTo>
                    <a:pt x="2371360" y="924547"/>
                  </a:lnTo>
                  <a:cubicBezTo>
                    <a:pt x="2371360" y="950246"/>
                    <a:pt x="2350527" y="971079"/>
                    <a:pt x="2324828" y="971079"/>
                  </a:cubicBezTo>
                  <a:lnTo>
                    <a:pt x="46532" y="971079"/>
                  </a:lnTo>
                  <a:cubicBezTo>
                    <a:pt x="20833" y="971079"/>
                    <a:pt x="0" y="950246"/>
                    <a:pt x="0" y="924547"/>
                  </a:cubicBezTo>
                  <a:lnTo>
                    <a:pt x="0" y="46532"/>
                  </a:lnTo>
                  <a:cubicBezTo>
                    <a:pt x="0" y="20833"/>
                    <a:pt x="20833" y="0"/>
                    <a:pt x="4653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71361" cy="1009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88916" y="810414"/>
            <a:ext cx="14598510" cy="23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3"/>
              </a:lnSpc>
            </a:pPr>
            <a:r>
              <a:rPr lang="en-US" sz="9299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RETRO GAMEBOY WEB CONSOLE </a:t>
            </a:r>
          </a:p>
          <a:p>
            <a:pPr algn="ctr">
              <a:lnSpc>
                <a:spcPts val="8183"/>
              </a:lnSpc>
            </a:pPr>
            <a:r>
              <a:rPr lang="en-US" sz="9299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( CHEERPJ POWERED 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4298" y="3949644"/>
            <a:ext cx="7219403" cy="26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7"/>
              </a:lnSpc>
            </a:pPr>
            <a:r>
              <a:rPr lang="en-US" sz="31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A BROWSER-BASED RETRO CONSOLE THAT RUNS JAVA .JAR GAMES - NO JAVA INSTALLATION REQUIRED.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15699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1" y="0"/>
                </a:lnTo>
                <a:lnTo>
                  <a:pt x="9308461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1516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84674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5994842" y="0"/>
                </a:moveTo>
                <a:lnTo>
                  <a:pt x="0" y="0"/>
                </a:lnTo>
                <a:lnTo>
                  <a:pt x="0" y="1460562"/>
                </a:lnTo>
                <a:lnTo>
                  <a:pt x="5994842" y="1460562"/>
                </a:lnTo>
                <a:lnTo>
                  <a:pt x="59948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03326" y="982584"/>
            <a:ext cx="11404383" cy="266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9"/>
              </a:lnSpc>
            </a:pPr>
            <a:r>
              <a:rPr lang="en-US" sz="22073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INSPIRATION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295085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901385" y="3646304"/>
            <a:ext cx="8485229" cy="3474728"/>
            <a:chOff x="0" y="0"/>
            <a:chExt cx="2371361" cy="971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1360" cy="971079"/>
            </a:xfrm>
            <a:custGeom>
              <a:avLst/>
              <a:gdLst/>
              <a:ahLst/>
              <a:cxnLst/>
              <a:rect r="r" b="b" t="t" l="l"/>
              <a:pathLst>
                <a:path h="971079" w="2371360">
                  <a:moveTo>
                    <a:pt x="46532" y="0"/>
                  </a:moveTo>
                  <a:lnTo>
                    <a:pt x="2324828" y="0"/>
                  </a:lnTo>
                  <a:cubicBezTo>
                    <a:pt x="2337169" y="0"/>
                    <a:pt x="2349005" y="4903"/>
                    <a:pt x="2357731" y="13629"/>
                  </a:cubicBezTo>
                  <a:cubicBezTo>
                    <a:pt x="2366458" y="22356"/>
                    <a:pt x="2371360" y="34191"/>
                    <a:pt x="2371360" y="46532"/>
                  </a:cubicBezTo>
                  <a:lnTo>
                    <a:pt x="2371360" y="924547"/>
                  </a:lnTo>
                  <a:cubicBezTo>
                    <a:pt x="2371360" y="950246"/>
                    <a:pt x="2350527" y="971079"/>
                    <a:pt x="2324828" y="971079"/>
                  </a:cubicBezTo>
                  <a:lnTo>
                    <a:pt x="46532" y="971079"/>
                  </a:lnTo>
                  <a:cubicBezTo>
                    <a:pt x="20833" y="971079"/>
                    <a:pt x="0" y="950246"/>
                    <a:pt x="0" y="924547"/>
                  </a:cubicBezTo>
                  <a:lnTo>
                    <a:pt x="0" y="46532"/>
                  </a:lnTo>
                  <a:cubicBezTo>
                    <a:pt x="0" y="20833"/>
                    <a:pt x="20833" y="0"/>
                    <a:pt x="4653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71361" cy="1009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34298" y="4016319"/>
            <a:ext cx="7219403" cy="312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5944" indent="-197972" lvl="1">
              <a:lnSpc>
                <a:spcPts val="3117"/>
              </a:lnSpc>
              <a:buFont typeface="Arial"/>
              <a:buChar char="•"/>
            </a:pPr>
            <a:r>
              <a:rPr lang="en-US" sz="18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BOYS BEING BOYS WHO LOVE GAMES</a:t>
            </a:r>
          </a:p>
          <a:p>
            <a:pPr algn="just" marL="395944" indent="-197972" lvl="1">
              <a:lnSpc>
                <a:spcPts val="3117"/>
              </a:lnSpc>
              <a:buFont typeface="Arial"/>
              <a:buChar char="•"/>
            </a:pPr>
            <a:r>
              <a:rPr lang="en-US" sz="18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WE HEARD “JAVA PROJECT” → INSTANTLY THOUGHT “LET’S MAKE A GAME CONSOLE”</a:t>
            </a:r>
          </a:p>
          <a:p>
            <a:pPr algn="just" marL="395944" indent="-197972" lvl="1">
              <a:lnSpc>
                <a:spcPts val="3117"/>
              </a:lnSpc>
              <a:buFont typeface="Arial"/>
              <a:buChar char="•"/>
            </a:pPr>
            <a:r>
              <a:rPr lang="en-US" sz="18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WANTED SOMETHING FUN, NOSTALGIC, AND TECHNICALLY IMPRESSIVE</a:t>
            </a:r>
          </a:p>
          <a:p>
            <a:pPr algn="just" marL="395944" indent="-197972" lvl="1">
              <a:lnSpc>
                <a:spcPts val="3117"/>
              </a:lnSpc>
              <a:buFont typeface="Arial"/>
              <a:buChar char="•"/>
            </a:pPr>
            <a:r>
              <a:rPr lang="en-US" sz="18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GOAL: RECREATE THE GAMEBOY EXPERIENCE PURELY IN THE BROWSER</a:t>
            </a:r>
          </a:p>
          <a:p>
            <a:pPr algn="just">
              <a:lnSpc>
                <a:spcPts val="311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5531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5085" y="115450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1"/>
                </a:lnTo>
                <a:lnTo>
                  <a:pt x="0" y="146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7398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569929" y="6155631"/>
            <a:ext cx="926071" cy="2315177"/>
          </a:xfrm>
          <a:custGeom>
            <a:avLst/>
            <a:gdLst/>
            <a:ahLst/>
            <a:cxnLst/>
            <a:rect r="r" b="b" t="t" l="l"/>
            <a:pathLst>
              <a:path h="2315177" w="926071">
                <a:moveTo>
                  <a:pt x="926071" y="0"/>
                </a:moveTo>
                <a:lnTo>
                  <a:pt x="0" y="0"/>
                </a:lnTo>
                <a:lnTo>
                  <a:pt x="0" y="2315177"/>
                </a:lnTo>
                <a:lnTo>
                  <a:pt x="926071" y="2315177"/>
                </a:lnTo>
                <a:lnTo>
                  <a:pt x="92607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901385" y="2942218"/>
            <a:ext cx="8485229" cy="4178814"/>
            <a:chOff x="0" y="0"/>
            <a:chExt cx="2371361" cy="1167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1360" cy="1167850"/>
            </a:xfrm>
            <a:custGeom>
              <a:avLst/>
              <a:gdLst/>
              <a:ahLst/>
              <a:cxnLst/>
              <a:rect r="r" b="b" t="t" l="l"/>
              <a:pathLst>
                <a:path h="1167850" w="2371360">
                  <a:moveTo>
                    <a:pt x="46532" y="0"/>
                  </a:moveTo>
                  <a:lnTo>
                    <a:pt x="2324828" y="0"/>
                  </a:lnTo>
                  <a:cubicBezTo>
                    <a:pt x="2337169" y="0"/>
                    <a:pt x="2349005" y="4903"/>
                    <a:pt x="2357731" y="13629"/>
                  </a:cubicBezTo>
                  <a:cubicBezTo>
                    <a:pt x="2366458" y="22356"/>
                    <a:pt x="2371360" y="34191"/>
                    <a:pt x="2371360" y="46532"/>
                  </a:cubicBezTo>
                  <a:lnTo>
                    <a:pt x="2371360" y="1121318"/>
                  </a:lnTo>
                  <a:cubicBezTo>
                    <a:pt x="2371360" y="1133659"/>
                    <a:pt x="2366458" y="1145494"/>
                    <a:pt x="2357731" y="1154221"/>
                  </a:cubicBezTo>
                  <a:cubicBezTo>
                    <a:pt x="2349005" y="1162947"/>
                    <a:pt x="2337169" y="1167850"/>
                    <a:pt x="2324828" y="1167850"/>
                  </a:cubicBezTo>
                  <a:lnTo>
                    <a:pt x="46532" y="1167850"/>
                  </a:lnTo>
                  <a:cubicBezTo>
                    <a:pt x="20833" y="1167850"/>
                    <a:pt x="0" y="1147017"/>
                    <a:pt x="0" y="1121318"/>
                  </a:cubicBezTo>
                  <a:lnTo>
                    <a:pt x="0" y="46532"/>
                  </a:lnTo>
                  <a:cubicBezTo>
                    <a:pt x="0" y="20833"/>
                    <a:pt x="20833" y="0"/>
                    <a:pt x="4653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71361" cy="120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02612" y="1217778"/>
            <a:ext cx="12282775" cy="162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1"/>
              </a:lnSpc>
            </a:pPr>
            <a:r>
              <a:rPr lang="en-US" sz="11581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WHAT OUR PROJECT DOES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4298" y="3173843"/>
            <a:ext cx="7219403" cy="388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FULLY INTERACTIVE GAMEBOY-STYLE WEB CONSOLE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RUNS JAVA .JAR GAMES VIA CHEERPJ RUNTIME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FUNCTIONAL CONTROLS: D-PAD, A/B, START, SELECT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POWER BUTTON, LED INDICATOR, BOOT ANIMATION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CARTRIDGE SLOT WITH DYNAMIC GAME LOADING</a:t>
            </a:r>
          </a:p>
          <a:p>
            <a:pPr algn="l">
              <a:lnSpc>
                <a:spcPts val="28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5531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5085" y="115450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1"/>
                </a:lnTo>
                <a:lnTo>
                  <a:pt x="0" y="146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7398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569929" y="6155631"/>
            <a:ext cx="926071" cy="2315177"/>
          </a:xfrm>
          <a:custGeom>
            <a:avLst/>
            <a:gdLst/>
            <a:ahLst/>
            <a:cxnLst/>
            <a:rect r="r" b="b" t="t" l="l"/>
            <a:pathLst>
              <a:path h="2315177" w="926071">
                <a:moveTo>
                  <a:pt x="926071" y="0"/>
                </a:moveTo>
                <a:lnTo>
                  <a:pt x="0" y="0"/>
                </a:lnTo>
                <a:lnTo>
                  <a:pt x="0" y="2315177"/>
                </a:lnTo>
                <a:lnTo>
                  <a:pt x="926071" y="2315177"/>
                </a:lnTo>
                <a:lnTo>
                  <a:pt x="92607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901385" y="2942218"/>
            <a:ext cx="8485229" cy="4178814"/>
            <a:chOff x="0" y="0"/>
            <a:chExt cx="2371361" cy="1167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1360" cy="1167850"/>
            </a:xfrm>
            <a:custGeom>
              <a:avLst/>
              <a:gdLst/>
              <a:ahLst/>
              <a:cxnLst/>
              <a:rect r="r" b="b" t="t" l="l"/>
              <a:pathLst>
                <a:path h="1167850" w="2371360">
                  <a:moveTo>
                    <a:pt x="46532" y="0"/>
                  </a:moveTo>
                  <a:lnTo>
                    <a:pt x="2324828" y="0"/>
                  </a:lnTo>
                  <a:cubicBezTo>
                    <a:pt x="2337169" y="0"/>
                    <a:pt x="2349005" y="4903"/>
                    <a:pt x="2357731" y="13629"/>
                  </a:cubicBezTo>
                  <a:cubicBezTo>
                    <a:pt x="2366458" y="22356"/>
                    <a:pt x="2371360" y="34191"/>
                    <a:pt x="2371360" y="46532"/>
                  </a:cubicBezTo>
                  <a:lnTo>
                    <a:pt x="2371360" y="1121318"/>
                  </a:lnTo>
                  <a:cubicBezTo>
                    <a:pt x="2371360" y="1133659"/>
                    <a:pt x="2366458" y="1145494"/>
                    <a:pt x="2357731" y="1154221"/>
                  </a:cubicBezTo>
                  <a:cubicBezTo>
                    <a:pt x="2349005" y="1162947"/>
                    <a:pt x="2337169" y="1167850"/>
                    <a:pt x="2324828" y="1167850"/>
                  </a:cubicBezTo>
                  <a:lnTo>
                    <a:pt x="46532" y="1167850"/>
                  </a:lnTo>
                  <a:cubicBezTo>
                    <a:pt x="20833" y="1167850"/>
                    <a:pt x="0" y="1147017"/>
                    <a:pt x="0" y="1121318"/>
                  </a:cubicBezTo>
                  <a:lnTo>
                    <a:pt x="0" y="46532"/>
                  </a:lnTo>
                  <a:cubicBezTo>
                    <a:pt x="0" y="20833"/>
                    <a:pt x="20833" y="0"/>
                    <a:pt x="4653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71361" cy="120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8327" y="1217778"/>
            <a:ext cx="9191345" cy="162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1"/>
              </a:lnSpc>
            </a:pPr>
            <a:r>
              <a:rPr lang="en-US" sz="11581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KEY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4298" y="3138449"/>
            <a:ext cx="7219403" cy="423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REALISTIC BOOT ANIMATION + SCREEN EFFECTS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SCANLINE LCD FILTER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VIRTUAL HARDWARE CONTROLS MAPPED TO KEY EVENTS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JAVA GAME DISPLAY WITH CHEERPJ CANVAS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SUPPORT FOR MULTIPLE .JAR CARTRIDGES</a:t>
            </a:r>
          </a:p>
          <a:p>
            <a:pPr algn="l" marL="439123" indent="-219561" lvl="1">
              <a:lnSpc>
                <a:spcPts val="2847"/>
              </a:lnSpc>
              <a:buFont typeface="Arial"/>
              <a:buChar char="•"/>
            </a:pPr>
            <a:r>
              <a:rPr lang="en-US" sz="203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RESET CONSOLE + POWER CYCLE EFFECTS</a:t>
            </a:r>
          </a:p>
          <a:p>
            <a:pPr algn="l">
              <a:lnSpc>
                <a:spcPts val="284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86615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1" y="0"/>
                </a:lnTo>
                <a:lnTo>
                  <a:pt x="9308461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95085" y="1758981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5994843" y="0"/>
                </a:moveTo>
                <a:lnTo>
                  <a:pt x="0" y="0"/>
                </a:lnTo>
                <a:lnTo>
                  <a:pt x="0" y="1460562"/>
                </a:lnTo>
                <a:lnTo>
                  <a:pt x="5994843" y="1460562"/>
                </a:lnTo>
                <a:lnTo>
                  <a:pt x="59948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87398" y="1028700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5994842" y="0"/>
                </a:moveTo>
                <a:lnTo>
                  <a:pt x="0" y="0"/>
                </a:lnTo>
                <a:lnTo>
                  <a:pt x="0" y="1460562"/>
                </a:lnTo>
                <a:lnTo>
                  <a:pt x="5994842" y="1460562"/>
                </a:lnTo>
                <a:lnTo>
                  <a:pt x="59948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5323" y="5202139"/>
            <a:ext cx="3084435" cy="3268669"/>
          </a:xfrm>
          <a:custGeom>
            <a:avLst/>
            <a:gdLst/>
            <a:ahLst/>
            <a:cxnLst/>
            <a:rect r="r" b="b" t="t" l="l"/>
            <a:pathLst>
              <a:path h="3268669" w="3084435">
                <a:moveTo>
                  <a:pt x="0" y="0"/>
                </a:moveTo>
                <a:lnTo>
                  <a:pt x="3084435" y="0"/>
                </a:lnTo>
                <a:lnTo>
                  <a:pt x="3084435" y="3268669"/>
                </a:lnTo>
                <a:lnTo>
                  <a:pt x="0" y="32686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02254" y="3535296"/>
            <a:ext cx="8883492" cy="4040813"/>
            <a:chOff x="0" y="0"/>
            <a:chExt cx="2482663" cy="11292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82663" cy="1129283"/>
            </a:xfrm>
            <a:custGeom>
              <a:avLst/>
              <a:gdLst/>
              <a:ahLst/>
              <a:cxnLst/>
              <a:rect r="r" b="b" t="t" l="l"/>
              <a:pathLst>
                <a:path h="1129283" w="2482663">
                  <a:moveTo>
                    <a:pt x="44446" y="0"/>
                  </a:moveTo>
                  <a:lnTo>
                    <a:pt x="2438216" y="0"/>
                  </a:lnTo>
                  <a:cubicBezTo>
                    <a:pt x="2462763" y="0"/>
                    <a:pt x="2482663" y="19899"/>
                    <a:pt x="2482663" y="44446"/>
                  </a:cubicBezTo>
                  <a:lnTo>
                    <a:pt x="2482663" y="1084837"/>
                  </a:lnTo>
                  <a:cubicBezTo>
                    <a:pt x="2482663" y="1096625"/>
                    <a:pt x="2477980" y="1107930"/>
                    <a:pt x="2469645" y="1116265"/>
                  </a:cubicBezTo>
                  <a:cubicBezTo>
                    <a:pt x="2461309" y="1124600"/>
                    <a:pt x="2450004" y="1129283"/>
                    <a:pt x="2438216" y="1129283"/>
                  </a:cubicBezTo>
                  <a:lnTo>
                    <a:pt x="44446" y="1129283"/>
                  </a:lnTo>
                  <a:cubicBezTo>
                    <a:pt x="19899" y="1129283"/>
                    <a:pt x="0" y="1109384"/>
                    <a:pt x="0" y="1084837"/>
                  </a:cubicBezTo>
                  <a:lnTo>
                    <a:pt x="0" y="44446"/>
                  </a:lnTo>
                  <a:cubicBezTo>
                    <a:pt x="0" y="19899"/>
                    <a:pt x="19899" y="0"/>
                    <a:pt x="4444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82663" cy="1167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99241" y="1477505"/>
            <a:ext cx="12089517" cy="174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4"/>
              </a:lnSpc>
            </a:pPr>
            <a:r>
              <a:rPr lang="en-US" sz="12323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CHALLENGES WE FACED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96969" y="3683646"/>
            <a:ext cx="7609792" cy="389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531" indent="-216265" lvl="1">
              <a:lnSpc>
                <a:spcPts val="2804"/>
              </a:lnSpc>
              <a:buFont typeface="Arial"/>
              <a:buChar char="•"/>
            </a:pPr>
            <a:r>
              <a:rPr lang="en-US" sz="20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INTEGRATING CHEERPJ WITH CUSTOM UI</a:t>
            </a:r>
          </a:p>
          <a:p>
            <a:pPr algn="l" marL="432531" indent="-216265" lvl="1">
              <a:lnSpc>
                <a:spcPts val="2804"/>
              </a:lnSpc>
              <a:buFont typeface="Arial"/>
              <a:buChar char="•"/>
            </a:pPr>
            <a:r>
              <a:rPr lang="en-US" sz="20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TIMING ISSUES DURING INITIALIZATION</a:t>
            </a:r>
          </a:p>
          <a:p>
            <a:pPr algn="l" marL="432531" indent="-216265" lvl="1">
              <a:lnSpc>
                <a:spcPts val="2804"/>
              </a:lnSpc>
              <a:buFont typeface="Arial"/>
              <a:buChar char="•"/>
            </a:pPr>
            <a:r>
              <a:rPr lang="en-US" sz="20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ENSURING .JAR GAMES LOAD CONSISTENTLY</a:t>
            </a:r>
          </a:p>
          <a:p>
            <a:pPr algn="l" marL="432531" indent="-216265" lvl="1">
              <a:lnSpc>
                <a:spcPts val="2804"/>
              </a:lnSpc>
              <a:buFont typeface="Arial"/>
              <a:buChar char="•"/>
            </a:pPr>
            <a:r>
              <a:rPr lang="en-US" sz="20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MAPPING ON-SCREEN BUTTONS → JAVA-COMPATIBLE KEY EVENTS</a:t>
            </a:r>
          </a:p>
          <a:p>
            <a:pPr algn="l" marL="432531" indent="-216265" lvl="1">
              <a:lnSpc>
                <a:spcPts val="2804"/>
              </a:lnSpc>
              <a:buFont typeface="Arial"/>
              <a:buChar char="•"/>
            </a:pPr>
            <a:r>
              <a:rPr lang="en-US" sz="20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RESPONSIVE DESIGN FOR BOTH DESKTOP AND MOBILE</a:t>
            </a:r>
          </a:p>
          <a:p>
            <a:pPr algn="l" marL="432531" indent="-216265" lvl="1">
              <a:lnSpc>
                <a:spcPts val="2804"/>
              </a:lnSpc>
              <a:buFont typeface="Arial"/>
              <a:buChar char="•"/>
            </a:pPr>
            <a:r>
              <a:rPr lang="en-US" sz="20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MANAGING POWER STATES + BOOT ANIMATION TRANSITIONS</a:t>
            </a:r>
          </a:p>
          <a:p>
            <a:pPr algn="l">
              <a:lnSpc>
                <a:spcPts val="280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86615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1" y="0"/>
                </a:lnTo>
                <a:lnTo>
                  <a:pt x="9308461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295085" y="1758981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5994843" y="0"/>
                </a:moveTo>
                <a:lnTo>
                  <a:pt x="0" y="0"/>
                </a:lnTo>
                <a:lnTo>
                  <a:pt x="0" y="1460562"/>
                </a:lnTo>
                <a:lnTo>
                  <a:pt x="5994843" y="1460562"/>
                </a:lnTo>
                <a:lnTo>
                  <a:pt x="59948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87398" y="1028700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5994842" y="0"/>
                </a:moveTo>
                <a:lnTo>
                  <a:pt x="0" y="0"/>
                </a:lnTo>
                <a:lnTo>
                  <a:pt x="0" y="1460562"/>
                </a:lnTo>
                <a:lnTo>
                  <a:pt x="5994842" y="1460562"/>
                </a:lnTo>
                <a:lnTo>
                  <a:pt x="59948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5323" y="5202139"/>
            <a:ext cx="3084435" cy="3268669"/>
          </a:xfrm>
          <a:custGeom>
            <a:avLst/>
            <a:gdLst/>
            <a:ahLst/>
            <a:cxnLst/>
            <a:rect r="r" b="b" t="t" l="l"/>
            <a:pathLst>
              <a:path h="3268669" w="3084435">
                <a:moveTo>
                  <a:pt x="0" y="0"/>
                </a:moveTo>
                <a:lnTo>
                  <a:pt x="3084435" y="0"/>
                </a:lnTo>
                <a:lnTo>
                  <a:pt x="3084435" y="3268669"/>
                </a:lnTo>
                <a:lnTo>
                  <a:pt x="0" y="32686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572000" y="3002291"/>
            <a:ext cx="8883492" cy="5518857"/>
            <a:chOff x="0" y="0"/>
            <a:chExt cx="2482663" cy="1542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82663" cy="1542351"/>
            </a:xfrm>
            <a:custGeom>
              <a:avLst/>
              <a:gdLst/>
              <a:ahLst/>
              <a:cxnLst/>
              <a:rect r="r" b="b" t="t" l="l"/>
              <a:pathLst>
                <a:path h="1542351" w="2482663">
                  <a:moveTo>
                    <a:pt x="44446" y="0"/>
                  </a:moveTo>
                  <a:lnTo>
                    <a:pt x="2438216" y="0"/>
                  </a:lnTo>
                  <a:cubicBezTo>
                    <a:pt x="2462763" y="0"/>
                    <a:pt x="2482663" y="19899"/>
                    <a:pt x="2482663" y="44446"/>
                  </a:cubicBezTo>
                  <a:lnTo>
                    <a:pt x="2482663" y="1497904"/>
                  </a:lnTo>
                  <a:cubicBezTo>
                    <a:pt x="2482663" y="1522451"/>
                    <a:pt x="2462763" y="1542351"/>
                    <a:pt x="2438216" y="1542351"/>
                  </a:cubicBezTo>
                  <a:lnTo>
                    <a:pt x="44446" y="1542351"/>
                  </a:lnTo>
                  <a:cubicBezTo>
                    <a:pt x="19899" y="1542351"/>
                    <a:pt x="0" y="1522451"/>
                    <a:pt x="0" y="1497904"/>
                  </a:cubicBezTo>
                  <a:lnTo>
                    <a:pt x="0" y="44446"/>
                  </a:lnTo>
                  <a:cubicBezTo>
                    <a:pt x="0" y="19899"/>
                    <a:pt x="19899" y="0"/>
                    <a:pt x="4444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82663" cy="1580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472945" y="102924"/>
            <a:ext cx="9779828" cy="311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4"/>
              </a:lnSpc>
            </a:pPr>
            <a:r>
              <a:rPr lang="en-US" sz="12323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ACCOMPLISHMENTS WE’RE PROUD OF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08850" y="3164305"/>
            <a:ext cx="8047510" cy="546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889" indent="-259444" lvl="1">
              <a:lnSpc>
                <a:spcPts val="3364"/>
              </a:lnSpc>
              <a:buFont typeface="Arial"/>
              <a:buChar char="•"/>
            </a:pPr>
            <a:r>
              <a:rPr lang="en-US" sz="24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A FULLY FUNCTIONAL RETRO CONSOLE BUILT FROM SCRATCH</a:t>
            </a:r>
          </a:p>
          <a:p>
            <a:pPr algn="l" marL="518889" indent="-259444" lvl="1">
              <a:lnSpc>
                <a:spcPts val="3364"/>
              </a:lnSpc>
              <a:buFont typeface="Arial"/>
              <a:buChar char="•"/>
            </a:pPr>
            <a:r>
              <a:rPr lang="en-US" sz="24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SEAMLESSLY RUNNING REAL JAVA .JAR GAMES IN THE BROWSER</a:t>
            </a:r>
          </a:p>
          <a:p>
            <a:pPr algn="l" marL="518889" indent="-259444" lvl="1">
              <a:lnSpc>
                <a:spcPts val="3364"/>
              </a:lnSpc>
              <a:buFont typeface="Arial"/>
              <a:buChar char="•"/>
            </a:pPr>
            <a:r>
              <a:rPr lang="en-US" sz="24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SMOOTH, REALISTIC GAMEBOY BOOT SEQUENCE</a:t>
            </a:r>
          </a:p>
          <a:p>
            <a:pPr algn="l" marL="518889" indent="-259444" lvl="1">
              <a:lnSpc>
                <a:spcPts val="3364"/>
              </a:lnSpc>
              <a:buFont typeface="Arial"/>
              <a:buChar char="•"/>
            </a:pPr>
            <a:r>
              <a:rPr lang="en-US" sz="24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CLEAN UI WITH NOSTALGIA-DRIVEN DESIGN</a:t>
            </a:r>
          </a:p>
          <a:p>
            <a:pPr algn="l" marL="518889" indent="-259444" lvl="1">
              <a:lnSpc>
                <a:spcPts val="3364"/>
              </a:lnSpc>
              <a:buFont typeface="Arial"/>
              <a:buChar char="•"/>
            </a:pPr>
            <a:r>
              <a:rPr lang="en-US" sz="24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MOBILE COMPATIBILITY WITH TOUCH CONTROLS</a:t>
            </a:r>
          </a:p>
          <a:p>
            <a:pPr algn="l" marL="518889" indent="-259444" lvl="1">
              <a:lnSpc>
                <a:spcPts val="3364"/>
              </a:lnSpc>
              <a:buFont typeface="Arial"/>
              <a:buChar char="•"/>
            </a:pPr>
            <a:r>
              <a:rPr lang="en-US" sz="2403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SOLID TEAM COLLABORATION AND RAPID DEVELOPMENT</a:t>
            </a:r>
          </a:p>
          <a:p>
            <a:pPr algn="l">
              <a:lnSpc>
                <a:spcPts val="336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5531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5085" y="115450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1"/>
                </a:lnTo>
                <a:lnTo>
                  <a:pt x="0" y="146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7398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13267" y="6519869"/>
            <a:ext cx="1932935" cy="1757214"/>
          </a:xfrm>
          <a:custGeom>
            <a:avLst/>
            <a:gdLst/>
            <a:ahLst/>
            <a:cxnLst/>
            <a:rect r="r" b="b" t="t" l="l"/>
            <a:pathLst>
              <a:path h="1757214" w="1932935">
                <a:moveTo>
                  <a:pt x="0" y="0"/>
                </a:moveTo>
                <a:lnTo>
                  <a:pt x="1932935" y="0"/>
                </a:lnTo>
                <a:lnTo>
                  <a:pt x="1932935" y="1757214"/>
                </a:lnTo>
                <a:lnTo>
                  <a:pt x="0" y="1757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572000" y="3429552"/>
            <a:ext cx="9144000" cy="4639889"/>
            <a:chOff x="0" y="0"/>
            <a:chExt cx="3020000" cy="15324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20000" cy="1532422"/>
            </a:xfrm>
            <a:custGeom>
              <a:avLst/>
              <a:gdLst/>
              <a:ahLst/>
              <a:cxnLst/>
              <a:rect r="r" b="b" t="t" l="l"/>
              <a:pathLst>
                <a:path h="1532422" w="3020000">
                  <a:moveTo>
                    <a:pt x="43180" y="0"/>
                  </a:moveTo>
                  <a:lnTo>
                    <a:pt x="2976820" y="0"/>
                  </a:lnTo>
                  <a:cubicBezTo>
                    <a:pt x="3000668" y="0"/>
                    <a:pt x="3020000" y="19332"/>
                    <a:pt x="3020000" y="43180"/>
                  </a:cubicBezTo>
                  <a:lnTo>
                    <a:pt x="3020000" y="1489242"/>
                  </a:lnTo>
                  <a:cubicBezTo>
                    <a:pt x="3020000" y="1500694"/>
                    <a:pt x="3015451" y="1511677"/>
                    <a:pt x="3007353" y="1519775"/>
                  </a:cubicBezTo>
                  <a:cubicBezTo>
                    <a:pt x="2999255" y="1527873"/>
                    <a:pt x="2988272" y="1532422"/>
                    <a:pt x="2976820" y="1532422"/>
                  </a:cubicBezTo>
                  <a:lnTo>
                    <a:pt x="43180" y="1532422"/>
                  </a:lnTo>
                  <a:cubicBezTo>
                    <a:pt x="31728" y="1532422"/>
                    <a:pt x="20745" y="1527873"/>
                    <a:pt x="12647" y="1519775"/>
                  </a:cubicBezTo>
                  <a:cubicBezTo>
                    <a:pt x="4549" y="1511677"/>
                    <a:pt x="0" y="1500694"/>
                    <a:pt x="0" y="1489242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20000" cy="1570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8327" y="1634419"/>
            <a:ext cx="9191345" cy="162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1"/>
              </a:lnSpc>
            </a:pPr>
            <a:r>
              <a:rPr lang="en-US" sz="11581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WHAT’S NEXT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21208" y="3642037"/>
            <a:ext cx="9091895" cy="458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102" indent="-282551" lvl="1">
              <a:lnSpc>
                <a:spcPts val="3664"/>
              </a:lnSpc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EXPAND CARTRIDGE LIBRARY WITH MORE .JAR GAMES</a:t>
            </a:r>
          </a:p>
          <a:p>
            <a:pPr algn="l" marL="565102" indent="-282551" lvl="1">
              <a:lnSpc>
                <a:spcPts val="3664"/>
              </a:lnSpc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ADD AUDIO SUPPORT</a:t>
            </a:r>
          </a:p>
          <a:p>
            <a:pPr algn="l" marL="565102" indent="-282551" lvl="1">
              <a:lnSpc>
                <a:spcPts val="3664"/>
              </a:lnSpc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SAVE STATES AND GAME PERSISTENCE</a:t>
            </a:r>
          </a:p>
          <a:p>
            <a:pPr algn="l" marL="565102" indent="-282551" lvl="1">
              <a:lnSpc>
                <a:spcPts val="3664"/>
              </a:lnSpc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THEMING OPTIONS: GAMEBOY POCKET, COLOR, ADVANCE</a:t>
            </a:r>
          </a:p>
          <a:p>
            <a:pPr algn="l" marL="565102" indent="-282551" lvl="1">
              <a:lnSpc>
                <a:spcPts val="3664"/>
              </a:lnSpc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USER-UPLOADED .JAR SUPPORT</a:t>
            </a:r>
          </a:p>
          <a:p>
            <a:pPr algn="l" marL="565102" indent="-282551" lvl="1">
              <a:lnSpc>
                <a:spcPts val="3664"/>
              </a:lnSpc>
              <a:buFont typeface="Arial"/>
              <a:buChar char="•"/>
            </a:pPr>
            <a:r>
              <a:rPr lang="en-US" sz="26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ENHANCED UI: BATTERY WARNINGS, FLICKER EFFECTS, CRT MODES</a:t>
            </a:r>
          </a:p>
          <a:p>
            <a:pPr algn="l">
              <a:lnSpc>
                <a:spcPts val="366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5531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5085" y="115450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1"/>
                </a:lnTo>
                <a:lnTo>
                  <a:pt x="0" y="146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87398" y="1884784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13267" y="6519869"/>
            <a:ext cx="1932935" cy="1757214"/>
          </a:xfrm>
          <a:custGeom>
            <a:avLst/>
            <a:gdLst/>
            <a:ahLst/>
            <a:cxnLst/>
            <a:rect r="r" b="b" t="t" l="l"/>
            <a:pathLst>
              <a:path h="1757214" w="1932935">
                <a:moveTo>
                  <a:pt x="0" y="0"/>
                </a:moveTo>
                <a:lnTo>
                  <a:pt x="1932935" y="0"/>
                </a:lnTo>
                <a:lnTo>
                  <a:pt x="1932935" y="1757214"/>
                </a:lnTo>
                <a:lnTo>
                  <a:pt x="0" y="1757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48327" y="1634419"/>
            <a:ext cx="9191345" cy="162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1"/>
              </a:lnSpc>
            </a:pPr>
            <a:r>
              <a:rPr lang="en-US" sz="11581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TEAM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448845" y="3429552"/>
            <a:ext cx="9144000" cy="3254076"/>
            <a:chOff x="0" y="0"/>
            <a:chExt cx="3020000" cy="10747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20000" cy="1074728"/>
            </a:xfrm>
            <a:custGeom>
              <a:avLst/>
              <a:gdLst/>
              <a:ahLst/>
              <a:cxnLst/>
              <a:rect r="r" b="b" t="t" l="l"/>
              <a:pathLst>
                <a:path h="1074728" w="3020000">
                  <a:moveTo>
                    <a:pt x="43180" y="0"/>
                  </a:moveTo>
                  <a:lnTo>
                    <a:pt x="2976820" y="0"/>
                  </a:lnTo>
                  <a:cubicBezTo>
                    <a:pt x="3000668" y="0"/>
                    <a:pt x="3020000" y="19332"/>
                    <a:pt x="3020000" y="43180"/>
                  </a:cubicBezTo>
                  <a:lnTo>
                    <a:pt x="3020000" y="1031548"/>
                  </a:lnTo>
                  <a:cubicBezTo>
                    <a:pt x="3020000" y="1043000"/>
                    <a:pt x="3015451" y="1053983"/>
                    <a:pt x="3007353" y="1062081"/>
                  </a:cubicBezTo>
                  <a:cubicBezTo>
                    <a:pt x="2999255" y="1070178"/>
                    <a:pt x="2988272" y="1074728"/>
                    <a:pt x="2976820" y="1074728"/>
                  </a:cubicBezTo>
                  <a:lnTo>
                    <a:pt x="43180" y="1074728"/>
                  </a:lnTo>
                  <a:cubicBezTo>
                    <a:pt x="31728" y="1074728"/>
                    <a:pt x="20745" y="1070178"/>
                    <a:pt x="12647" y="1062081"/>
                  </a:cubicBezTo>
                  <a:cubicBezTo>
                    <a:pt x="4549" y="1053983"/>
                    <a:pt x="0" y="1043000"/>
                    <a:pt x="0" y="1031548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20000" cy="1112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448845" y="3926511"/>
            <a:ext cx="9144000" cy="219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513" indent="-271756" lvl="1">
              <a:lnSpc>
                <a:spcPts val="3524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KRITHIK SHARAN SURESH ALAGIANAYAGI</a:t>
            </a:r>
          </a:p>
          <a:p>
            <a:pPr algn="l" marL="543513" indent="-271756" lvl="1">
              <a:lnSpc>
                <a:spcPts val="3524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ASJAD MOIZ KHAN</a:t>
            </a:r>
          </a:p>
          <a:p>
            <a:pPr algn="l" marL="543513" indent="-271756" lvl="1">
              <a:lnSpc>
                <a:spcPts val="3524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UDAY REDDY KIRAN MULE</a:t>
            </a:r>
          </a:p>
          <a:p>
            <a:pPr algn="l" marL="543513" indent="-271756" lvl="1">
              <a:lnSpc>
                <a:spcPts val="3524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HARITEJ KARMISETTI</a:t>
            </a:r>
          </a:p>
          <a:p>
            <a:pPr algn="l">
              <a:lnSpc>
                <a:spcPts val="352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1" y="-4605765"/>
            <a:ext cx="18260438" cy="18260438"/>
          </a:xfrm>
          <a:custGeom>
            <a:avLst/>
            <a:gdLst/>
            <a:ahLst/>
            <a:cxnLst/>
            <a:rect r="r" b="b" t="t" l="l"/>
            <a:pathLst>
              <a:path h="18260438" w="18260438">
                <a:moveTo>
                  <a:pt x="0" y="0"/>
                </a:moveTo>
                <a:lnTo>
                  <a:pt x="18260438" y="0"/>
                </a:lnTo>
                <a:lnTo>
                  <a:pt x="18260438" y="18260437"/>
                </a:lnTo>
                <a:lnTo>
                  <a:pt x="0" y="182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05069" y="5143500"/>
            <a:ext cx="9308461" cy="3080254"/>
          </a:xfrm>
          <a:custGeom>
            <a:avLst/>
            <a:gdLst/>
            <a:ahLst/>
            <a:cxnLst/>
            <a:rect r="r" b="b" t="t" l="l"/>
            <a:pathLst>
              <a:path h="3080254" w="9308461">
                <a:moveTo>
                  <a:pt x="0" y="0"/>
                </a:moveTo>
                <a:lnTo>
                  <a:pt x="9308462" y="0"/>
                </a:lnTo>
                <a:lnTo>
                  <a:pt x="9308462" y="3080254"/>
                </a:lnTo>
                <a:lnTo>
                  <a:pt x="0" y="308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35616" y="547231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2" y="0"/>
                </a:lnTo>
                <a:lnTo>
                  <a:pt x="5994842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63554" y="1028700"/>
            <a:ext cx="5994843" cy="1460562"/>
          </a:xfrm>
          <a:custGeom>
            <a:avLst/>
            <a:gdLst/>
            <a:ahLst/>
            <a:cxnLst/>
            <a:rect r="r" b="b" t="t" l="l"/>
            <a:pathLst>
              <a:path h="1460562" w="5994843">
                <a:moveTo>
                  <a:pt x="0" y="0"/>
                </a:moveTo>
                <a:lnTo>
                  <a:pt x="5994843" y="0"/>
                </a:lnTo>
                <a:lnTo>
                  <a:pt x="5994843" y="1460562"/>
                </a:lnTo>
                <a:lnTo>
                  <a:pt x="0" y="1460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7780852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9054153"/>
            <a:ext cx="9144000" cy="1645920"/>
          </a:xfrm>
          <a:custGeom>
            <a:avLst/>
            <a:gdLst/>
            <a:ahLst/>
            <a:cxnLst/>
            <a:rect r="r" b="b" t="t" l="l"/>
            <a:pathLst>
              <a:path h="1645920" w="9144000">
                <a:moveTo>
                  <a:pt x="0" y="0"/>
                </a:moveTo>
                <a:lnTo>
                  <a:pt x="9144000" y="0"/>
                </a:lnTo>
                <a:lnTo>
                  <a:pt x="91440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12051" y="5787960"/>
            <a:ext cx="5663898" cy="1225462"/>
          </a:xfrm>
          <a:custGeom>
            <a:avLst/>
            <a:gdLst/>
            <a:ahLst/>
            <a:cxnLst/>
            <a:rect r="r" b="b" t="t" l="l"/>
            <a:pathLst>
              <a:path h="1225462" w="5663898">
                <a:moveTo>
                  <a:pt x="0" y="0"/>
                </a:moveTo>
                <a:lnTo>
                  <a:pt x="5663898" y="0"/>
                </a:lnTo>
                <a:lnTo>
                  <a:pt x="5663898" y="1225461"/>
                </a:lnTo>
                <a:lnTo>
                  <a:pt x="0" y="12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95002" y="2073306"/>
            <a:ext cx="13297997" cy="388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7"/>
              </a:lnSpc>
            </a:pPr>
            <a:r>
              <a:rPr lang="en-US" sz="27599">
                <a:solidFill>
                  <a:srgbClr val="FFD100"/>
                </a:solidFill>
                <a:latin typeface="SuperDario"/>
                <a:ea typeface="SuperDario"/>
                <a:cs typeface="SuperDario"/>
                <a:sym typeface="SuperDario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32680" y="3662132"/>
            <a:ext cx="862322" cy="862322"/>
          </a:xfrm>
          <a:custGeom>
            <a:avLst/>
            <a:gdLst/>
            <a:ahLst/>
            <a:cxnLst/>
            <a:rect r="r" b="b" t="t" l="l"/>
            <a:pathLst>
              <a:path h="862322" w="862322">
                <a:moveTo>
                  <a:pt x="0" y="0"/>
                </a:moveTo>
                <a:lnTo>
                  <a:pt x="862322" y="0"/>
                </a:lnTo>
                <a:lnTo>
                  <a:pt x="862322" y="862322"/>
                </a:lnTo>
                <a:lnTo>
                  <a:pt x="0" y="8623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18015" y="6018439"/>
            <a:ext cx="3051970" cy="7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5"/>
              </a:lnSpc>
            </a:pPr>
            <a:r>
              <a:rPr lang="en-US" sz="4512">
                <a:solidFill>
                  <a:srgbClr val="000000"/>
                </a:solidFill>
                <a:latin typeface="Arcade Gamer"/>
                <a:ea typeface="Arcade Gamer"/>
                <a:cs typeface="Arcade Gamer"/>
                <a:sym typeface="Arcade Gamer"/>
              </a:rPr>
              <a:t>END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122536" y="3662132"/>
            <a:ext cx="862322" cy="862322"/>
          </a:xfrm>
          <a:custGeom>
            <a:avLst/>
            <a:gdLst/>
            <a:ahLst/>
            <a:cxnLst/>
            <a:rect r="r" b="b" t="t" l="l"/>
            <a:pathLst>
              <a:path h="862322" w="862322">
                <a:moveTo>
                  <a:pt x="0" y="0"/>
                </a:moveTo>
                <a:lnTo>
                  <a:pt x="862322" y="0"/>
                </a:lnTo>
                <a:lnTo>
                  <a:pt x="862322" y="862322"/>
                </a:lnTo>
                <a:lnTo>
                  <a:pt x="0" y="8623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DAG6Mw3H1yc</dc:identifier>
  <dcterms:modified xsi:type="dcterms:W3CDTF">2011-08-01T06:04:30Z</dcterms:modified>
  <cp:revision>1</cp:revision>
  <dc:title>White Pink Fun Abstract Group Project Presentation </dc:title>
</cp:coreProperties>
</file>